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23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298774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E5496"/>
                </a:solidFill>
              </a:rPr>
              <a:t>COMP7940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Cloud-Deployed Telegram Chatbot with HKBU GenAI, AWS RDS, Docker Compose, and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033627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02020"/>
                </a:solidFill>
              </a:defRPr>
            </a:pPr>
            <a:r>
              <a:rPr dirty="0"/>
              <a:t>Project: Telegram chatbot for student Q&amp;A and activity support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rPr dirty="0"/>
              <a:t>Core stack: Telegram Bot API, HKBU GenAI REST API, AWS EC2, AWS RDS PostgreSQL, </a:t>
            </a:r>
            <a:endParaRPr lang="en-US" dirty="0"/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rPr dirty="0"/>
              <a:t>Docker Compose, Nginx, GitHub Actions</a:t>
            </a:r>
          </a:p>
          <a:p>
            <a:pPr>
              <a:spcAft>
                <a:spcPts val="1200"/>
              </a:spcAft>
              <a:defRPr sz="2000">
                <a:solidFill>
                  <a:srgbClr val="202020"/>
                </a:solidFill>
              </a:defRPr>
            </a:pPr>
            <a:r>
              <a:rPr dirty="0"/>
              <a:t>Meaningful features: interest matching and activity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5086585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A5A5A"/>
                </a:solidFill>
              </a:defRPr>
            </a:pPr>
            <a:r>
              <a:rPr lang="en-US" dirty="0" err="1"/>
              <a:t>N</a:t>
            </a:r>
            <a:r>
              <a:rPr dirty="0" err="1"/>
              <a:t>ame</a:t>
            </a:r>
            <a:r>
              <a:rPr lang="en-US" dirty="0" err="1"/>
              <a:t>:Wang</a:t>
            </a:r>
            <a:r>
              <a:rPr lang="zh-CN" altLang="en-US" dirty="0"/>
              <a:t> </a:t>
            </a:r>
            <a:r>
              <a:rPr lang="en-US" altLang="zh-CN" dirty="0"/>
              <a:t>Shangbo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rPr dirty="0"/>
              <a:t>student ID</a:t>
            </a:r>
            <a:r>
              <a:rPr lang="en-US" dirty="0"/>
              <a:t>:25434705</a:t>
            </a:r>
          </a:p>
          <a:p>
            <a:pPr>
              <a:defRPr sz="1600">
                <a:solidFill>
                  <a:srgbClr val="5A5A5A"/>
                </a:solidFill>
              </a:defRPr>
            </a:pPr>
            <a:r>
              <a:rPr dirty="0"/>
              <a:t>Telegram bot username</a:t>
            </a:r>
            <a:r>
              <a:rPr lang="en-US" dirty="0"/>
              <a:t>:@</a:t>
            </a:r>
            <a:r>
              <a:rPr lang="en-US" dirty="0" err="1"/>
              <a:t>Utbm_bot</a:t>
            </a:r>
            <a:endParaRPr lang="en-US" dirty="0"/>
          </a:p>
          <a:p>
            <a:pPr>
              <a:defRPr sz="1600">
                <a:solidFill>
                  <a:srgbClr val="5A5A5A"/>
                </a:solidFill>
              </a:defRPr>
            </a:pP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 err="1"/>
              <a:t>link:https</a:t>
            </a:r>
            <a:r>
              <a:rPr lang="en-US" dirty="0"/>
              <a:t>://github.com/</a:t>
            </a:r>
            <a:r>
              <a:rPr lang="en-US" dirty="0" err="1"/>
              <a:t>WSBBEst</a:t>
            </a:r>
            <a:r>
              <a:rPr lang="en-US" dirty="0"/>
              <a:t>/comp7940-lab.git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5496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End-to-end flow from Telegram to LLM, database, and deployment pipeline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82296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915400" y="1417320"/>
            <a:ext cx="2697480" cy="4297680"/>
          </a:xfrm>
          <a:prstGeom prst="roundRect">
            <a:avLst/>
          </a:prstGeom>
          <a:solidFill>
            <a:srgbClr val="F8F5FF"/>
          </a:solidFill>
          <a:ln w="19050">
            <a:solidFill>
              <a:srgbClr val="614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52560" y="1508760"/>
            <a:ext cx="2423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6149A6"/>
                </a:solidFill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79992" y="1828800"/>
            <a:ext cx="237744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Telegram is the user interface.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Bot runs on EC2 via Docker Compose.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HKBU GenAI generates responses.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RDS stores chat logs and user profiles.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GitHub Actions deploys updates to EC2.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5496"/>
                </a:solidFill>
              </a:rPr>
              <a:t>Cloud Deployment and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How the project is packaged, deployed, and operated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657600" cy="4480560"/>
          </a:xfrm>
          <a:prstGeom prst="roundRect">
            <a:avLst/>
          </a:prstGeom>
          <a:solidFill>
            <a:srgbClr val="F5F8FF"/>
          </a:solidFill>
          <a:ln w="19050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5496"/>
                </a:solidFill>
              </a:rPr>
              <a:t>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737360"/>
            <a:ext cx="333756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rPr dirty="0"/>
              <a:t>AWS EC2 hosts nginx and bot containers.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rPr dirty="0"/>
              <a:t>AWS RDS PostgreSQL stores persistent data.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rPr dirty="0"/>
              <a:t>Webhook mode can run behind HTTPS with nginx.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25880"/>
            <a:ext cx="3657600" cy="4480560"/>
          </a:xfrm>
          <a:prstGeom prst="roundRect">
            <a:avLst/>
          </a:prstGeom>
          <a:solidFill>
            <a:srgbClr val="FFF9F3"/>
          </a:solidFill>
          <a:ln w="19050">
            <a:solidFill>
              <a:srgbClr val="B85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417320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85E21"/>
                </a:solidFill>
              </a:rPr>
              <a:t>Containers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1737360"/>
            <a:ext cx="333756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Dockerfile packages the Python bot.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docker-compose orchestrates nginx + bot replicas.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Shared database keeps state consistent across replicas.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325880"/>
            <a:ext cx="3246120" cy="448056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36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1417320"/>
            <a:ext cx="2971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36784A"/>
                </a:solidFill>
              </a:rPr>
              <a:t>CI/CD and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1737360"/>
            <a:ext cx="29260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GitHub Actions runs checks and deploys to EC2.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The bot exposes /stats for total requests, errors, and latency.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Docker logs are used for lightweight runtime troubleshooting.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5496"/>
                </a:solidFill>
              </a:rPr>
              <a:t>Meaningful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5A5A5A"/>
                </a:solidFill>
              </a:rPr>
              <a:t>Two student-oriented prototype features added beyond basic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526280"/>
          </a:xfrm>
          <a:prstGeom prst="roundRect">
            <a:avLst/>
          </a:prstGeom>
          <a:solidFill>
            <a:srgbClr val="F5F8FF"/>
          </a:solidFill>
          <a:ln w="19050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5496"/>
                </a:solidFill>
              </a:rPr>
              <a:t>1. Interest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737360"/>
            <a:ext cx="4983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Users save interests with /setprofile and review them with /myprofile.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Profiles are stored in PostgreSQL in the user_profiles table.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The /match command compares overlapping interests and returns top matches.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This addresses the requirement of matching users with similar interests.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303520" cy="4526280"/>
          </a:xfrm>
          <a:prstGeom prst="roundRect">
            <a:avLst/>
          </a:prstGeom>
          <a:solidFill>
            <a:srgbClr val="FFF9F3"/>
          </a:solidFill>
          <a:ln w="19050">
            <a:solidFill>
              <a:srgbClr val="B85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173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85E21"/>
                </a:solidFill>
              </a:rPr>
              <a:t>2. Activity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737360"/>
            <a:ext cx="4983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The /recommend command generates ideas for workshops, competitions, and study communities.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It uses the HKBU GenAI API with a task-specific system prompt.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If a profile already exists, the bot can reuse saved interests automatically.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t>This addresses the requirement of recommending relevant activities.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5496"/>
                </a:solidFill>
              </a:rPr>
              <a:t>Live Demo Flow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97DE14-5A27-1430-89D1-13373D88F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" y="891419"/>
            <a:ext cx="8306959" cy="54204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75AD5-734F-214A-356E-243BE0138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569C15-4066-1BC6-DEDB-3569338C3F39}"/>
              </a:ext>
            </a:extLst>
          </p:cNvPr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5496"/>
                </a:solidFill>
              </a:rPr>
              <a:t>Live Demo Flow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BA67A03-4238-7D13-ECED-72F607963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5162819" cy="537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398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E5496"/>
                </a:solidFill>
              </a:rPr>
              <a:t>Challenges, Limitations,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Be ready for common defense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611880" cy="4480560"/>
          </a:xfrm>
          <a:prstGeom prst="roundRect">
            <a:avLst/>
          </a:prstGeom>
          <a:solidFill>
            <a:srgbClr val="F5F8FF"/>
          </a:solidFill>
          <a:ln w="19050">
            <a:solidFill>
              <a:srgbClr val="2E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3337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5496"/>
                </a:solidFill>
              </a:rPr>
              <a:t>Challenges Solved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737360"/>
            <a:ext cx="329184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rPr dirty="0"/>
              <a:t>Integrated Telegram, HKBU GenAI, RDS, Docker Compose, and CI/CD in one deployment.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rPr dirty="0"/>
              <a:t>Fixed database logging behavior and safe update de-duplication.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rPr dirty="0"/>
              <a:t>Kept the system simple enough for a prototype but complete enough for cloud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25880"/>
            <a:ext cx="3337560" cy="4480560"/>
          </a:xfrm>
          <a:prstGeom prst="roundRect">
            <a:avLst/>
          </a:prstGeom>
          <a:solidFill>
            <a:srgbClr val="FFF9F3"/>
          </a:solidFill>
          <a:ln w="19050">
            <a:solidFill>
              <a:srgbClr val="B85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41732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B85E21"/>
                </a:solidFill>
              </a:rPr>
              <a:t>Current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1737360"/>
            <a:ext cx="30175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rPr dirty="0"/>
              <a:t>Interest matching uses keyword overlap, not semantic similarity.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rPr dirty="0"/>
              <a:t>Recommendations are prompt-based and not connected to live event feeds.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rPr dirty="0"/>
              <a:t>Monitoring is lightweight and not a full production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474720" cy="4480560"/>
          </a:xfrm>
          <a:prstGeom prst="roundRect">
            <a:avLst/>
          </a:prstGeom>
          <a:solidFill>
            <a:srgbClr val="F5FAF5"/>
          </a:solidFill>
          <a:ln w="19050">
            <a:solidFill>
              <a:srgbClr val="367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83880" y="14173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36784A"/>
                </a:solidFill>
              </a:rP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737360"/>
            <a:ext cx="31546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rPr dirty="0"/>
              <a:t>Add semantic matching and richer group discussion features.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rPr dirty="0"/>
              <a:t>Connect to real event APIs or verified activity sources.</a:t>
            </a:r>
          </a:p>
          <a:p>
            <a:pPr>
              <a:spcAft>
                <a:spcPts val="800"/>
              </a:spcAft>
              <a:defRPr sz="1500">
                <a:solidFill>
                  <a:srgbClr val="202020"/>
                </a:solidFill>
              </a:defRPr>
            </a:pPr>
            <a:r>
              <a:rPr dirty="0"/>
              <a:t>Extend observability with dashboards and alerts.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486</Words>
  <Application>Microsoft Office PowerPoint</Application>
  <PresentationFormat>宽屏</PresentationFormat>
  <Paragraphs>60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尚柏 王</cp:lastModifiedBy>
  <cp:revision>2</cp:revision>
  <dcterms:created xsi:type="dcterms:W3CDTF">2013-01-27T09:14:16Z</dcterms:created>
  <dcterms:modified xsi:type="dcterms:W3CDTF">2026-04-14T12:37:34Z</dcterms:modified>
  <cp:category/>
</cp:coreProperties>
</file>